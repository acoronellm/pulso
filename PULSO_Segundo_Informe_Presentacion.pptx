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inimalist_presentation_cover_slide_over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inimal_professional_presentation_slide_2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inimalist_presentation_slide_infographi_3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lean_infographic_slide_in_a_modern_flat_ux_s_4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lean_infographic_slide_design_light_backgro_5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lean_infographic_slide_in_a_minimal_modern_6_batch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lean_presentation_slide_with_a_white_light_7_batch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odern_infographic_slideshow_slide_on_a_w_8_batch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flat_infographic_slide_on_a_white_backgrou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lean_corporate_presentation_slide_in_spanish_9_batch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odern_presentation_slide_infographic_o_10_batch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